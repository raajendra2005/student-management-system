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Student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Technology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web-based system to manage student records, attendance, and marks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Digitize student data</a:t>
            </a:r>
          </a:p>
          <a:p>
            <a:r>
              <a:t>- Reduce paperwork</a:t>
            </a:r>
          </a:p>
          <a:p>
            <a:r>
              <a:t>- Easy access to records</a:t>
            </a:r>
          </a:p>
          <a:p>
            <a:r>
              <a:t>- Improve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JavaScript</a:t>
            </a:r>
          </a:p>
          <a:p>
            <a:r>
              <a:t>Backend: PHP</a:t>
            </a:r>
          </a:p>
          <a:p>
            <a:r>
              <a:t>Database: MySQL</a:t>
            </a:r>
          </a:p>
          <a:p>
            <a:r>
              <a:t>Server: XAMPP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Admin: Manage system</a:t>
            </a:r>
          </a:p>
          <a:p>
            <a:r>
              <a:t>Teacher: Attendance &amp; Marks</a:t>
            </a:r>
          </a:p>
          <a:p>
            <a:r>
              <a:t>Student: View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</a:t>
            </a:r>
          </a:p>
          <a:p>
            <a:r>
              <a:t>- Students</a:t>
            </a:r>
          </a:p>
          <a:p>
            <a:r>
              <a:t>- Teachers</a:t>
            </a:r>
          </a:p>
          <a:p>
            <a:r>
              <a:t>- Attendance</a:t>
            </a:r>
          </a:p>
          <a:p>
            <a:r>
              <a:t>- Marks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Login System</a:t>
            </a:r>
          </a:p>
          <a:p>
            <a:r>
              <a:t>- Dashboard</a:t>
            </a:r>
          </a:p>
          <a:p>
            <a:r>
              <a:t>- Data Management</a:t>
            </a:r>
          </a:p>
          <a:p>
            <a:r>
              <a:t>- Responsive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→ Dashboard → Role-based Access → Data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Saves time</a:t>
            </a:r>
          </a:p>
          <a:p>
            <a:r>
              <a:t>- Reduces errors</a:t>
            </a:r>
          </a:p>
          <a:p>
            <a:r>
              <a:t>- Easy data handling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improves efficiency and simplifies student data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